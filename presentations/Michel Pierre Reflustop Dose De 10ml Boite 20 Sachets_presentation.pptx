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Michel Pierre Reflustop — Complément alimentaire pour la santé digestive</a:t>
            </a:r>
          </a:p>
        </p:txBody>
      </p:sp>
      <p:sp>
        <p:nvSpPr>
          <p:cNvPr id="3" name="Subtitle 2"/>
          <p:cNvSpPr>
            <a:spLocks noGrp="1"/>
          </p:cNvSpPr>
          <p:nvPr>
            <p:ph type="subTitle" idx="1"/>
          </p:nvPr>
        </p:nvSpPr>
        <p:spPr/>
        <p:txBody>
          <a:bodyPr/>
          <a:lstStyle/>
          <a:p>
            <a:r>
              <a:t>Présentation du produit conforme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a:t>
            </a:r>
          </a:p>
        </p:txBody>
      </p:sp>
      <p:sp>
        <p:nvSpPr>
          <p:cNvPr id="3" name="Content Placeholder 2"/>
          <p:cNvSpPr>
            <a:spLocks noGrp="1"/>
          </p:cNvSpPr>
          <p:nvPr>
            <p:ph idx="1"/>
          </p:nvPr>
        </p:nvSpPr>
        <p:spPr/>
        <p:txBody>
          <a:bodyPr/>
          <a:lstStyle/>
          <a:p>
            <a:r>
              <a:t>Ce produit est destiné aux personnes qui cherchent à soutenir leur santé digestive et à maintenir une muqueuse gastrique en bonne santé.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Bénéfice Principal</a:t>
            </a:r>
          </a:p>
        </p:txBody>
      </p:sp>
      <p:sp>
        <p:nvSpPr>
          <p:cNvPr id="3" name="Content Placeholder 2"/>
          <p:cNvSpPr>
            <a:spLocks noGrp="1"/>
          </p:cNvSpPr>
          <p:nvPr>
            <p:ph idx="1"/>
          </p:nvPr>
        </p:nvSpPr>
        <p:spPr/>
        <p:txBody>
          <a:bodyPr/>
          <a:lstStyle/>
          <a:p>
            <a:r>
              <a:t>Peut aider à soutenir la santé digestive et contribue à maintenir la muqueuse gastrique en bonne santé.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Comment ça marche</a:t>
            </a:r>
          </a:p>
        </p:txBody>
      </p:sp>
      <p:sp>
        <p:nvSpPr>
          <p:cNvPr id="3" name="Content Placeholder 2"/>
          <p:cNvSpPr>
            <a:spLocks noGrp="1"/>
          </p:cNvSpPr>
          <p:nvPr>
            <p:ph idx="1"/>
          </p:nvPr>
        </p:nvSpPr>
        <p:spPr/>
        <p:txBody>
          <a:bodyPr/>
          <a:lstStyle/>
          <a:p>
            <a:r>
              <a:t>Basé sur une formule spécifique, ce complément alimentaire peut aider à soutenir la santé digestive.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 d'emploi</a:t>
            </a:r>
          </a:p>
        </p:txBody>
      </p:sp>
      <p:sp>
        <p:nvSpPr>
          <p:cNvPr id="3" name="Content Placeholder 2"/>
          <p:cNvSpPr>
            <a:spLocks noGrp="1"/>
          </p:cNvSpPr>
          <p:nvPr>
            <p:ph idx="1"/>
          </p:nvPr>
        </p:nvSpPr>
        <p:spPr/>
        <p:txBody>
          <a:bodyPr/>
          <a:lstStyle/>
          <a:p>
            <a:r>
              <a:t>1-2 sachets 3 fois par jour après les repas.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Informations de sécurité</a:t>
            </a:r>
          </a:p>
        </p:txBody>
      </p:sp>
      <p:sp>
        <p:nvSpPr>
          <p:cNvPr id="3" name="Content Placeholder 2"/>
          <p:cNvSpPr>
            <a:spLocks noGrp="1"/>
          </p:cNvSpPr>
          <p:nvPr>
            <p:ph idx="1"/>
          </p:nvPr>
        </p:nvSpPr>
        <p:spPr/>
        <p:txBody>
          <a:bodyPr/>
          <a:lstStyle/>
          <a:p>
            <a:r>
              <a:t>⚠️ Ce produit ne peut pas diagnostiquer, traiter, guérir ou prévenir une quelconque maladie. Consultez votre médecin avant utilisation si vous êtes enceinte, allaitez, prenez des médicaments ou avez un problème médical. Ne pas dépasser la dose recommandée.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Mentions légales importantes</a:t>
            </a:r>
          </a:p>
        </p:txBody>
      </p:sp>
      <p:sp>
        <p:nvSpPr>
          <p:cNvPr id="3" name="Content Placeholder 2"/>
          <p:cNvSpPr>
            <a:spLocks noGrp="1"/>
          </p:cNvSpPr>
          <p:nvPr>
            <p:ph idx="1"/>
          </p:nvPr>
        </p:nvSpPr>
        <p:spPr/>
        <p:txBody>
          <a:bodyPr/>
          <a:lstStyle/>
          <a:p>
            <a:r>
              <a:t>En conclusion, le Michel Pierre Reflustop est un complément alimentaire qui peut aider à soutenir la santé digestive. N'oubliez pas de consulter votre médecin avant utilisation et de suivre les instructions d'usage pour un maximum de sécurité et d'efficacité.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