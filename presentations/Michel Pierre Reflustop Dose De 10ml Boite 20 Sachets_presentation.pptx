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Michel Pierre Reflustop — Complément alimentaire pour la santé digestive</a:t>
            </a:r>
          </a:p>
        </p:txBody>
      </p:sp>
      <p:sp>
        <p:nvSpPr>
          <p:cNvPr id="3" name="Subtitle 2"/>
          <p:cNvSpPr>
            <a:spLocks noGrp="1"/>
          </p:cNvSpPr>
          <p:nvPr>
            <p:ph type="subTitle" idx="1"/>
          </p:nvPr>
        </p:nvSpPr>
        <p:spPr/>
        <p:txBody>
          <a:bodyPr/>
          <a:lstStyle/>
          <a:p>
            <a:r>
              <a:t>Présentation du produit conforme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t>Ce produit est destiné aux personnes qui cherchent à soulager les désagréments gastriques et à protéger leur muqueuse gastrique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Bénéfice Principal</a:t>
            </a:r>
          </a:p>
        </p:txBody>
      </p:sp>
      <p:sp>
        <p:nvSpPr>
          <p:cNvPr id="3" name="Content Placeholder 2"/>
          <p:cNvSpPr>
            <a:spLocks noGrp="1"/>
          </p:cNvSpPr>
          <p:nvPr>
            <p:ph idx="1"/>
          </p:nvPr>
        </p:nvSpPr>
        <p:spPr/>
        <p:txBody>
          <a:bodyPr/>
          <a:lstStyle/>
          <a:p>
            <a:r>
              <a:t>Peut aider à apaiser les désagréments gastriques et à protéger la muqueuse gastrique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Comment ça marche</a:t>
            </a:r>
          </a:p>
        </p:txBody>
      </p:sp>
      <p:sp>
        <p:nvSpPr>
          <p:cNvPr id="3" name="Content Placeholder 2"/>
          <p:cNvSpPr>
            <a:spLocks noGrp="1"/>
          </p:cNvSpPr>
          <p:nvPr>
            <p:ph idx="1"/>
          </p:nvPr>
        </p:nvSpPr>
        <p:spPr/>
        <p:txBody>
          <a:bodyPr/>
          <a:lstStyle/>
          <a:p>
            <a:r>
              <a:t>Basé sur une formule spécifique, ce complément alimentaire contribue à maintenir la santé digestive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 d'emploi</a:t>
            </a:r>
          </a:p>
        </p:txBody>
      </p:sp>
      <p:sp>
        <p:nvSpPr>
          <p:cNvPr id="3" name="Content Placeholder 2"/>
          <p:cNvSpPr>
            <a:spLocks noGrp="1"/>
          </p:cNvSpPr>
          <p:nvPr>
            <p:ph idx="1"/>
          </p:nvPr>
        </p:nvSpPr>
        <p:spPr/>
        <p:txBody>
          <a:bodyPr/>
          <a:lstStyle/>
          <a:p>
            <a:r>
              <a:t>1-2 sachets 3 fois par jour après les repas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Informations de sécurité</a:t>
            </a:r>
          </a:p>
        </p:txBody>
      </p:sp>
      <p:sp>
        <p:nvSpPr>
          <p:cNvPr id="3" name="Content Placeholder 2"/>
          <p:cNvSpPr>
            <a:spLocks noGrp="1"/>
          </p:cNvSpPr>
          <p:nvPr>
            <p:ph idx="1"/>
          </p:nvPr>
        </p:nvSpPr>
        <p:spPr/>
        <p:txBody>
          <a:bodyPr/>
          <a:lstStyle/>
          <a:p>
            <a:r>
              <a:t>⚠️ Ce produit ne peut pas diagnostiquer, traiter, guérir ou prévenir une quelconque maladie. Consultez votre médecin avant utilisation si vous êtes enceinte, allaitez, prenez des médicaments ou avez un problème médical. Ne pas dépasser la dose recommandée.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Mentions légales importantes</a:t>
            </a:r>
          </a:p>
        </p:txBody>
      </p:sp>
      <p:sp>
        <p:nvSpPr>
          <p:cNvPr id="3" name="Content Placeholder 2"/>
          <p:cNvSpPr>
            <a:spLocks noGrp="1"/>
          </p:cNvSpPr>
          <p:nvPr>
            <p:ph idx="1"/>
          </p:nvPr>
        </p:nvSpPr>
        <p:spPr/>
        <p:txBody>
          <a:bodyPr/>
          <a:lstStyle/>
          <a:p>
            <a:r>
              <a:t>En conclusion, le Michel Pierre Reflustop est un complément alimentaire qui peut aider à soulager les désagréments gastriques et à protéger la muqueuse gastrique. N'oubliez pas de consulter votre médecin avant utilisation si vous avez des questions ou des préoccupations.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